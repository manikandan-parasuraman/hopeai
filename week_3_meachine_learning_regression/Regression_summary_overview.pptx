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56" r:id="rId6"/>
    <p:sldId id="257" r:id="rId7"/>
    <p:sldId id="258" r:id="rId8"/>
    <p:sldId id="259" r:id="rId9"/>
    <p:sldId id="260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📊 Predict numbers</a:t>
            </a:r>
            <a:br/>
            <a:r>
              <a:t>🏠 Prices</a:t>
            </a:r>
            <a:br/>
            <a:r>
              <a:t>💰 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⚠️ Messy data</a:t>
            </a:r>
            <a:br/>
            <a:r>
              <a:t>❌ Missing values</a:t>
            </a:r>
            <a:br/>
            <a:r>
              <a:t>🔀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📐 Learn patterns</a:t>
            </a:r>
            <a:br/>
            <a:r>
              <a:t>🔍 Find relationships</a:t>
            </a:r>
            <a:br/>
            <a:r>
              <a:t>📊 Predict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📏 Linear</a:t>
            </a:r>
            <a:br/>
            <a:r>
              <a:t>📐 Multiple</a:t>
            </a:r>
            <a:br/>
            <a:r>
              <a:t>🎯 SVM</a:t>
            </a:r>
            <a:br/>
            <a:r>
              <a:t>🌳 Tree</a:t>
            </a:r>
            <a:br/>
            <a:r>
              <a:t>🌲 Forest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rPr dirty="0"/>
              <a:t>Linear Reg</a:t>
            </a:r>
            <a:r>
              <a:rPr lang="en-IN" dirty="0"/>
              <a:t>r</a:t>
            </a:r>
            <a:r>
              <a:rPr dirty="0" err="1"/>
              <a:t>ession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Straight line model</a:t>
            </a:r>
            <a:br/>
            <a:r>
              <a:t>Fast &amp; simple</a:t>
            </a:r>
            <a:br/>
            <a:r>
              <a:t>Best for linear trends</a:t>
            </a:r>
          </a:p>
        </p:txBody>
      </p:sp>
      <p:pic>
        <p:nvPicPr>
          <p:cNvPr id="5" name="Picture 4" descr="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Multiple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Uses multiple features</a:t>
            </a:r>
            <a:br/>
            <a:r>
              <a:t>More realistic</a:t>
            </a:r>
            <a:br/>
            <a:r>
              <a:t>Still linear</a:t>
            </a:r>
          </a:p>
        </p:txBody>
      </p:sp>
      <p:pic>
        <p:nvPicPr>
          <p:cNvPr id="5" name="Picture 4" descr="mult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SVM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Uses margin</a:t>
            </a:r>
            <a:br/>
            <a:r>
              <a:t>Robust to outliers</a:t>
            </a:r>
            <a:br/>
            <a:r>
              <a:t>Handles complex data</a:t>
            </a:r>
          </a:p>
        </p:txBody>
      </p:sp>
      <p:pic>
        <p:nvPicPr>
          <p:cNvPr id="5" name="Picture 4" descr="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Rule-based splits</a:t>
            </a:r>
            <a:br/>
            <a:r>
              <a:t>Easy to understand</a:t>
            </a:r>
            <a:br/>
            <a:r>
              <a:t>Non-linear model</a:t>
            </a:r>
          </a:p>
        </p:txBody>
      </p:sp>
      <p:pic>
        <p:nvPicPr>
          <p:cNvPr id="5" name="Picture 4" descr="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rPr dirty="0"/>
              <a:t>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Many trees combined</a:t>
            </a:r>
            <a:br/>
            <a:r>
              <a:t>High accuracy</a:t>
            </a:r>
            <a:br/>
            <a:r>
              <a:t>Reduces overfitting</a:t>
            </a:r>
          </a:p>
        </p:txBody>
      </p:sp>
      <p:pic>
        <p:nvPicPr>
          <p:cNvPr id="5" name="Picture 4" descr="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🧹 Clean</a:t>
            </a:r>
            <a:br/>
            <a:r>
              <a:t>🧩 Missing values</a:t>
            </a:r>
            <a:br/>
            <a:r>
              <a:t>⚖️ Scaling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🔍 Grid Search</a:t>
            </a:r>
            <a:br/>
            <a:r>
              <a:t>🎯 Best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📊 Visualize</a:t>
            </a:r>
            <a:br/>
            <a:r>
              <a:t>📤 Output</a:t>
            </a:r>
            <a:br/>
            <a:r>
              <a:t>💼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📥 Data → 🧹 → 🤖 → 🎯 → 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153</Words>
  <Application>Microsoft Office PowerPoint</Application>
  <PresentationFormat>On-screen Show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Why Regression?</vt:lpstr>
      <vt:lpstr>The Challenge</vt:lpstr>
      <vt:lpstr>The Solution</vt:lpstr>
      <vt:lpstr>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Preprocessing</vt:lpstr>
      <vt:lpstr>Optimization</vt:lpstr>
      <vt:lpstr>Post Processing</vt:lpstr>
      <vt:lpstr>Pipeline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manikandan P</cp:lastModifiedBy>
  <cp:revision>3</cp:revision>
  <dcterms:created xsi:type="dcterms:W3CDTF">2013-01-27T09:14:16Z</dcterms:created>
  <dcterms:modified xsi:type="dcterms:W3CDTF">2026-04-07T12:51:33Z</dcterms:modified>
  <cp:category/>
</cp:coreProperties>
</file>